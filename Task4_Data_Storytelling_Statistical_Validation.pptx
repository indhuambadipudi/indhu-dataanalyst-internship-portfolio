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F1B32-D7A4-4D74-BFE9-728090241A73}" v="119" dt="2026-07-18T16:34:45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hu Ambadipudi" userId="69fa198a9fd1c2f9" providerId="LiveId" clId="{AD2AF56C-8A76-4C1D-8F0C-21A5B74B6BBE}"/>
    <pc:docChg chg="custSel addSld delSld modSld sldOrd modMainMaster">
      <pc:chgData name="Indhu Ambadipudi" userId="69fa198a9fd1c2f9" providerId="LiveId" clId="{AD2AF56C-8A76-4C1D-8F0C-21A5B74B6BBE}" dt="2026-07-18T16:34:45.152" v="991"/>
      <pc:docMkLst>
        <pc:docMk/>
      </pc:docMkLst>
      <pc:sldChg chg="addSp delSp modSp mod ord modTransition">
        <pc:chgData name="Indhu Ambadipudi" userId="69fa198a9fd1c2f9" providerId="LiveId" clId="{AD2AF56C-8A76-4C1D-8F0C-21A5B74B6BBE}" dt="2026-07-18T16:34:45.152" v="991"/>
        <pc:sldMkLst>
          <pc:docMk/>
          <pc:sldMk cId="1450479245" sldId="256"/>
        </pc:sldMkLst>
        <pc:spChg chg="mod">
          <ac:chgData name="Indhu Ambadipudi" userId="69fa198a9fd1c2f9" providerId="LiveId" clId="{AD2AF56C-8A76-4C1D-8F0C-21A5B74B6BBE}" dt="2026-07-17T17:09:06.530" v="832" actId="122"/>
          <ac:spMkLst>
            <pc:docMk/>
            <pc:sldMk cId="1450479245" sldId="256"/>
            <ac:spMk id="2" creationId="{003DF796-EB10-675A-5915-C57411F5C98C}"/>
          </ac:spMkLst>
        </pc:spChg>
        <pc:spChg chg="mod">
          <ac:chgData name="Indhu Ambadipudi" userId="69fa198a9fd1c2f9" providerId="LiveId" clId="{AD2AF56C-8A76-4C1D-8F0C-21A5B74B6BBE}" dt="2026-07-17T16:49:11.552" v="377" actId="255"/>
          <ac:spMkLst>
            <pc:docMk/>
            <pc:sldMk cId="1450479245" sldId="256"/>
            <ac:spMk id="3" creationId="{B56E7EC9-C62A-2CC6-D6BC-B11CE0E7644B}"/>
          </ac:spMkLst>
        </pc:spChg>
        <pc:spChg chg="add del mod">
          <ac:chgData name="Indhu Ambadipudi" userId="69fa198a9fd1c2f9" providerId="LiveId" clId="{AD2AF56C-8A76-4C1D-8F0C-21A5B74B6BBE}" dt="2026-07-17T17:55:47.181" v="974"/>
          <ac:spMkLst>
            <pc:docMk/>
            <pc:sldMk cId="1450479245" sldId="256"/>
            <ac:spMk id="4" creationId="{4C35EFB3-2384-7073-BCC6-1CEC0251B29B}"/>
          </ac:spMkLst>
        </pc:spChg>
        <pc:cxnChg chg="add del mod">
          <ac:chgData name="Indhu Ambadipudi" userId="69fa198a9fd1c2f9" providerId="LiveId" clId="{AD2AF56C-8A76-4C1D-8F0C-21A5B74B6BBE}" dt="2026-07-17T17:55:47.179" v="972" actId="478"/>
          <ac:cxnSpMkLst>
            <pc:docMk/>
            <pc:sldMk cId="1450479245" sldId="256"/>
            <ac:cxnSpMk id="6" creationId="{897F3215-905A-969F-3BFE-942A3AB194FC}"/>
          </ac:cxnSpMkLst>
        </pc:cxnChg>
      </pc:sldChg>
      <pc:sldChg chg="modSp new mod ord modTransition">
        <pc:chgData name="Indhu Ambadipudi" userId="69fa198a9fd1c2f9" providerId="LiveId" clId="{AD2AF56C-8A76-4C1D-8F0C-21A5B74B6BBE}" dt="2026-07-18T16:34:45.152" v="991"/>
        <pc:sldMkLst>
          <pc:docMk/>
          <pc:sldMk cId="388039270" sldId="257"/>
        </pc:sldMkLst>
        <pc:spChg chg="mod">
          <ac:chgData name="Indhu Ambadipudi" userId="69fa198a9fd1c2f9" providerId="LiveId" clId="{AD2AF56C-8A76-4C1D-8F0C-21A5B74B6BBE}" dt="2026-07-17T16:42:50.082" v="73" actId="113"/>
          <ac:spMkLst>
            <pc:docMk/>
            <pc:sldMk cId="388039270" sldId="257"/>
            <ac:spMk id="2" creationId="{A1BBA01C-B003-F0EB-B61E-5A1A17359DA5}"/>
          </ac:spMkLst>
        </pc:spChg>
        <pc:spChg chg="mod">
          <ac:chgData name="Indhu Ambadipudi" userId="69fa198a9fd1c2f9" providerId="LiveId" clId="{AD2AF56C-8A76-4C1D-8F0C-21A5B74B6BBE}" dt="2026-07-17T16:40:59.304" v="72" actId="255"/>
          <ac:spMkLst>
            <pc:docMk/>
            <pc:sldMk cId="388039270" sldId="257"/>
            <ac:spMk id="3" creationId="{0535040A-29ED-10BB-305A-9A6082B67C0C}"/>
          </ac:spMkLst>
        </pc:spChg>
      </pc:sldChg>
      <pc:sldChg chg="addSp modSp new mod modTransition">
        <pc:chgData name="Indhu Ambadipudi" userId="69fa198a9fd1c2f9" providerId="LiveId" clId="{AD2AF56C-8A76-4C1D-8F0C-21A5B74B6BBE}" dt="2026-07-18T16:34:45.152" v="991"/>
        <pc:sldMkLst>
          <pc:docMk/>
          <pc:sldMk cId="30355803" sldId="258"/>
        </pc:sldMkLst>
        <pc:spChg chg="mod">
          <ac:chgData name="Indhu Ambadipudi" userId="69fa198a9fd1c2f9" providerId="LiveId" clId="{AD2AF56C-8A76-4C1D-8F0C-21A5B74B6BBE}" dt="2026-07-17T16:43:08.130" v="75" actId="113"/>
          <ac:spMkLst>
            <pc:docMk/>
            <pc:sldMk cId="30355803" sldId="258"/>
            <ac:spMk id="2" creationId="{68D27CD9-F8B1-F9F7-547A-49DD437B8283}"/>
          </ac:spMkLst>
        </pc:spChg>
        <pc:spChg chg="mod">
          <ac:chgData name="Indhu Ambadipudi" userId="69fa198a9fd1c2f9" providerId="LiveId" clId="{AD2AF56C-8A76-4C1D-8F0C-21A5B74B6BBE}" dt="2026-07-17T17:18:19.184" v="846" actId="14100"/>
          <ac:spMkLst>
            <pc:docMk/>
            <pc:sldMk cId="30355803" sldId="258"/>
            <ac:spMk id="3" creationId="{8DE55ED9-5587-5821-2506-2E938CD96BFC}"/>
          </ac:spMkLst>
        </pc:spChg>
        <pc:picChg chg="add mod">
          <ac:chgData name="Indhu Ambadipudi" userId="69fa198a9fd1c2f9" providerId="LiveId" clId="{AD2AF56C-8A76-4C1D-8F0C-21A5B74B6BBE}" dt="2026-07-17T17:18:31.207" v="847" actId="1076"/>
          <ac:picMkLst>
            <pc:docMk/>
            <pc:sldMk cId="30355803" sldId="258"/>
            <ac:picMk id="5" creationId="{F9C8D848-3B03-9BB5-61B8-33AADC0FA6C8}"/>
          </ac:picMkLst>
        </pc:picChg>
      </pc:sldChg>
      <pc:sldChg chg="addSp modSp new mod modTransition">
        <pc:chgData name="Indhu Ambadipudi" userId="69fa198a9fd1c2f9" providerId="LiveId" clId="{AD2AF56C-8A76-4C1D-8F0C-21A5B74B6BBE}" dt="2026-07-18T16:34:45.152" v="991"/>
        <pc:sldMkLst>
          <pc:docMk/>
          <pc:sldMk cId="2465994618" sldId="259"/>
        </pc:sldMkLst>
        <pc:spChg chg="mod">
          <ac:chgData name="Indhu Ambadipudi" userId="69fa198a9fd1c2f9" providerId="LiveId" clId="{AD2AF56C-8A76-4C1D-8F0C-21A5B74B6BBE}" dt="2026-07-17T16:53:21.899" v="392" actId="113"/>
          <ac:spMkLst>
            <pc:docMk/>
            <pc:sldMk cId="2465994618" sldId="259"/>
            <ac:spMk id="2" creationId="{1F26240B-1D68-FC70-D29A-13297F99EEFF}"/>
          </ac:spMkLst>
        </pc:spChg>
        <pc:spChg chg="mod">
          <ac:chgData name="Indhu Ambadipudi" userId="69fa198a9fd1c2f9" providerId="LiveId" clId="{AD2AF56C-8A76-4C1D-8F0C-21A5B74B6BBE}" dt="2026-07-17T17:22:11.217" v="865" actId="20577"/>
          <ac:spMkLst>
            <pc:docMk/>
            <pc:sldMk cId="2465994618" sldId="259"/>
            <ac:spMk id="3" creationId="{26AFE783-45DE-87EB-A79A-A753E4D1FE7C}"/>
          </ac:spMkLst>
        </pc:spChg>
        <pc:picChg chg="add mod">
          <ac:chgData name="Indhu Ambadipudi" userId="69fa198a9fd1c2f9" providerId="LiveId" clId="{AD2AF56C-8A76-4C1D-8F0C-21A5B74B6BBE}" dt="2026-07-17T17:22:25.433" v="866" actId="1076"/>
          <ac:picMkLst>
            <pc:docMk/>
            <pc:sldMk cId="2465994618" sldId="259"/>
            <ac:picMk id="5" creationId="{A5AEA8AB-7517-9DB2-9293-2B4819ECB6C9}"/>
          </ac:picMkLst>
        </pc:picChg>
      </pc:sldChg>
      <pc:sldChg chg="addSp modSp new mod modTransition">
        <pc:chgData name="Indhu Ambadipudi" userId="69fa198a9fd1c2f9" providerId="LiveId" clId="{AD2AF56C-8A76-4C1D-8F0C-21A5B74B6BBE}" dt="2026-07-18T16:34:45.152" v="991"/>
        <pc:sldMkLst>
          <pc:docMk/>
          <pc:sldMk cId="1280375895" sldId="260"/>
        </pc:sldMkLst>
        <pc:spChg chg="mod">
          <ac:chgData name="Indhu Ambadipudi" userId="69fa198a9fd1c2f9" providerId="LiveId" clId="{AD2AF56C-8A76-4C1D-8F0C-21A5B74B6BBE}" dt="2026-07-17T16:53:14.716" v="391" actId="113"/>
          <ac:spMkLst>
            <pc:docMk/>
            <pc:sldMk cId="1280375895" sldId="260"/>
            <ac:spMk id="2" creationId="{EE570FCE-B554-9BBF-AE25-9C7EA8B58864}"/>
          </ac:spMkLst>
        </pc:spChg>
        <pc:spChg chg="mod">
          <ac:chgData name="Indhu Ambadipudi" userId="69fa198a9fd1c2f9" providerId="LiveId" clId="{AD2AF56C-8A76-4C1D-8F0C-21A5B74B6BBE}" dt="2026-07-17T17:28:51.851" v="888" actId="14100"/>
          <ac:spMkLst>
            <pc:docMk/>
            <pc:sldMk cId="1280375895" sldId="260"/>
            <ac:spMk id="3" creationId="{F404809F-ED3C-6401-278F-4211E74DCBB3}"/>
          </ac:spMkLst>
        </pc:spChg>
        <pc:picChg chg="add mod">
          <ac:chgData name="Indhu Ambadipudi" userId="69fa198a9fd1c2f9" providerId="LiveId" clId="{AD2AF56C-8A76-4C1D-8F0C-21A5B74B6BBE}" dt="2026-07-17T17:29:04.087" v="891" actId="14100"/>
          <ac:picMkLst>
            <pc:docMk/>
            <pc:sldMk cId="1280375895" sldId="260"/>
            <ac:picMk id="5" creationId="{6D6CE65F-6023-D7FA-D3B6-254E958F6BAE}"/>
          </ac:picMkLst>
        </pc:picChg>
        <pc:picChg chg="add mod">
          <ac:chgData name="Indhu Ambadipudi" userId="69fa198a9fd1c2f9" providerId="LiveId" clId="{AD2AF56C-8A76-4C1D-8F0C-21A5B74B6BBE}" dt="2026-07-17T17:29:19.287" v="893" actId="14100"/>
          <ac:picMkLst>
            <pc:docMk/>
            <pc:sldMk cId="1280375895" sldId="260"/>
            <ac:picMk id="7" creationId="{EB6F9648-A097-7FC7-7896-E725490CC638}"/>
          </ac:picMkLst>
        </pc:picChg>
        <pc:picChg chg="add mod">
          <ac:chgData name="Indhu Ambadipudi" userId="69fa198a9fd1c2f9" providerId="LiveId" clId="{AD2AF56C-8A76-4C1D-8F0C-21A5B74B6BBE}" dt="2026-07-17T17:28:59.385" v="890" actId="14100"/>
          <ac:picMkLst>
            <pc:docMk/>
            <pc:sldMk cId="1280375895" sldId="260"/>
            <ac:picMk id="9" creationId="{F229A6A2-CFB9-9020-C288-8F8276E3ECC1}"/>
          </ac:picMkLst>
        </pc:picChg>
      </pc:sldChg>
      <pc:sldChg chg="addSp delSp modSp new mod modTransition">
        <pc:chgData name="Indhu Ambadipudi" userId="69fa198a9fd1c2f9" providerId="LiveId" clId="{AD2AF56C-8A76-4C1D-8F0C-21A5B74B6BBE}" dt="2026-07-18T16:34:45.152" v="991"/>
        <pc:sldMkLst>
          <pc:docMk/>
          <pc:sldMk cId="301668704" sldId="261"/>
        </pc:sldMkLst>
        <pc:spChg chg="mod">
          <ac:chgData name="Indhu Ambadipudi" userId="69fa198a9fd1c2f9" providerId="LiveId" clId="{AD2AF56C-8A76-4C1D-8F0C-21A5B74B6BBE}" dt="2026-07-17T16:53:06.975" v="390" actId="113"/>
          <ac:spMkLst>
            <pc:docMk/>
            <pc:sldMk cId="301668704" sldId="261"/>
            <ac:spMk id="2" creationId="{6219D680-7EEC-6184-3A87-98D664ABB02D}"/>
          </ac:spMkLst>
        </pc:spChg>
        <pc:spChg chg="mod">
          <ac:chgData name="Indhu Ambadipudi" userId="69fa198a9fd1c2f9" providerId="LiveId" clId="{AD2AF56C-8A76-4C1D-8F0C-21A5B74B6BBE}" dt="2026-07-17T17:28:29.229" v="884" actId="14100"/>
          <ac:spMkLst>
            <pc:docMk/>
            <pc:sldMk cId="301668704" sldId="261"/>
            <ac:spMk id="3" creationId="{B5E2BCB5-FBE2-F45B-EA83-8E8759E220C2}"/>
          </ac:spMkLst>
        </pc:spChg>
        <pc:spChg chg="del">
          <ac:chgData name="Indhu Ambadipudi" userId="69fa198a9fd1c2f9" providerId="LiveId" clId="{AD2AF56C-8A76-4C1D-8F0C-21A5B74B6BBE}" dt="2026-07-17T17:27:56.385" v="878" actId="931"/>
          <ac:spMkLst>
            <pc:docMk/>
            <pc:sldMk cId="301668704" sldId="261"/>
            <ac:spMk id="4" creationId="{D5FDB583-5251-E683-EFC1-D0D13F8A6ADB}"/>
          </ac:spMkLst>
        </pc:spChg>
        <pc:picChg chg="add mod ord">
          <ac:chgData name="Indhu Ambadipudi" userId="69fa198a9fd1c2f9" providerId="LiveId" clId="{AD2AF56C-8A76-4C1D-8F0C-21A5B74B6BBE}" dt="2026-07-17T17:28:42.228" v="887" actId="14100"/>
          <ac:picMkLst>
            <pc:docMk/>
            <pc:sldMk cId="301668704" sldId="261"/>
            <ac:picMk id="6" creationId="{FB615916-7252-4DE8-151C-A7324F51D06B}"/>
          </ac:picMkLst>
        </pc:picChg>
      </pc:sldChg>
      <pc:sldChg chg="new del">
        <pc:chgData name="Indhu Ambadipudi" userId="69fa198a9fd1c2f9" providerId="LiveId" clId="{AD2AF56C-8A76-4C1D-8F0C-21A5B74B6BBE}" dt="2026-07-17T16:55:04.119" v="400" actId="47"/>
        <pc:sldMkLst>
          <pc:docMk/>
          <pc:sldMk cId="2758953909" sldId="262"/>
        </pc:sldMkLst>
      </pc:sldChg>
      <pc:sldChg chg="modSp new mod modTransition">
        <pc:chgData name="Indhu Ambadipudi" userId="69fa198a9fd1c2f9" providerId="LiveId" clId="{AD2AF56C-8A76-4C1D-8F0C-21A5B74B6BBE}" dt="2026-07-18T16:34:45.152" v="991"/>
        <pc:sldMkLst>
          <pc:docMk/>
          <pc:sldMk cId="174914900" sldId="263"/>
        </pc:sldMkLst>
        <pc:spChg chg="mod">
          <ac:chgData name="Indhu Ambadipudi" userId="69fa198a9fd1c2f9" providerId="LiveId" clId="{AD2AF56C-8A76-4C1D-8F0C-21A5B74B6BBE}" dt="2026-07-17T16:55:27.415" v="403" actId="113"/>
          <ac:spMkLst>
            <pc:docMk/>
            <pc:sldMk cId="174914900" sldId="263"/>
            <ac:spMk id="2" creationId="{E4BC7967-0BA8-6CA3-18CE-DDB61882CA05}"/>
          </ac:spMkLst>
        </pc:spChg>
        <pc:spChg chg="mod">
          <ac:chgData name="Indhu Ambadipudi" userId="69fa198a9fd1c2f9" providerId="LiveId" clId="{AD2AF56C-8A76-4C1D-8F0C-21A5B74B6BBE}" dt="2026-07-17T16:57:14.999" v="421" actId="27636"/>
          <ac:spMkLst>
            <pc:docMk/>
            <pc:sldMk cId="174914900" sldId="263"/>
            <ac:spMk id="3" creationId="{B4F922CE-3476-B144-74E6-A0D7CD3E04C7}"/>
          </ac:spMkLst>
        </pc:spChg>
      </pc:sldChg>
      <pc:sldChg chg="modSp new mod modTransition">
        <pc:chgData name="Indhu Ambadipudi" userId="69fa198a9fd1c2f9" providerId="LiveId" clId="{AD2AF56C-8A76-4C1D-8F0C-21A5B74B6BBE}" dt="2026-07-18T16:34:45.152" v="991"/>
        <pc:sldMkLst>
          <pc:docMk/>
          <pc:sldMk cId="1821276588" sldId="264"/>
        </pc:sldMkLst>
        <pc:spChg chg="mod">
          <ac:chgData name="Indhu Ambadipudi" userId="69fa198a9fd1c2f9" providerId="LiveId" clId="{AD2AF56C-8A76-4C1D-8F0C-21A5B74B6BBE}" dt="2026-07-17T16:59:46.467" v="743" actId="20577"/>
          <ac:spMkLst>
            <pc:docMk/>
            <pc:sldMk cId="1821276588" sldId="264"/>
            <ac:spMk id="2" creationId="{A26D3DA6-AB28-088D-E261-10F065A509A9}"/>
          </ac:spMkLst>
        </pc:spChg>
        <pc:spChg chg="mod">
          <ac:chgData name="Indhu Ambadipudi" userId="69fa198a9fd1c2f9" providerId="LiveId" clId="{AD2AF56C-8A76-4C1D-8F0C-21A5B74B6BBE}" dt="2026-07-17T17:02:17.111" v="784" actId="255"/>
          <ac:spMkLst>
            <pc:docMk/>
            <pc:sldMk cId="1821276588" sldId="264"/>
            <ac:spMk id="3" creationId="{D4C6E2A3-F3C0-2157-229D-12FB896EAA62}"/>
          </ac:spMkLst>
        </pc:spChg>
      </pc:sldChg>
      <pc:sldChg chg="modSp new mod modTransition">
        <pc:chgData name="Indhu Ambadipudi" userId="69fa198a9fd1c2f9" providerId="LiveId" clId="{AD2AF56C-8A76-4C1D-8F0C-21A5B74B6BBE}" dt="2026-07-18T16:34:45.152" v="991"/>
        <pc:sldMkLst>
          <pc:docMk/>
          <pc:sldMk cId="3182136961" sldId="265"/>
        </pc:sldMkLst>
        <pc:spChg chg="mod">
          <ac:chgData name="Indhu Ambadipudi" userId="69fa198a9fd1c2f9" providerId="LiveId" clId="{AD2AF56C-8A76-4C1D-8F0C-21A5B74B6BBE}" dt="2026-07-17T17:01:03.910" v="776" actId="113"/>
          <ac:spMkLst>
            <pc:docMk/>
            <pc:sldMk cId="3182136961" sldId="265"/>
            <ac:spMk id="2" creationId="{E4D44394-7AAF-7421-CEF0-D9B1500C74C9}"/>
          </ac:spMkLst>
        </pc:spChg>
        <pc:spChg chg="mod">
          <ac:chgData name="Indhu Ambadipudi" userId="69fa198a9fd1c2f9" providerId="LiveId" clId="{AD2AF56C-8A76-4C1D-8F0C-21A5B74B6BBE}" dt="2026-07-17T17:02:01.786" v="783" actId="255"/>
          <ac:spMkLst>
            <pc:docMk/>
            <pc:sldMk cId="3182136961" sldId="265"/>
            <ac:spMk id="3" creationId="{0943DE0B-0932-E099-170C-EE4197DC7B87}"/>
          </ac:spMkLst>
        </pc:spChg>
      </pc:sldChg>
      <pc:sldChg chg="modSp new mod ord modTransition">
        <pc:chgData name="Indhu Ambadipudi" userId="69fa198a9fd1c2f9" providerId="LiveId" clId="{AD2AF56C-8A76-4C1D-8F0C-21A5B74B6BBE}" dt="2026-07-18T16:34:45.152" v="991"/>
        <pc:sldMkLst>
          <pc:docMk/>
          <pc:sldMk cId="1702920408" sldId="266"/>
        </pc:sldMkLst>
        <pc:spChg chg="mod">
          <ac:chgData name="Indhu Ambadipudi" userId="69fa198a9fd1c2f9" providerId="LiveId" clId="{AD2AF56C-8A76-4C1D-8F0C-21A5B74B6BBE}" dt="2026-07-17T17:06:37.017" v="823" actId="1076"/>
          <ac:spMkLst>
            <pc:docMk/>
            <pc:sldMk cId="1702920408" sldId="266"/>
            <ac:spMk id="2" creationId="{10042CDC-0FC9-42A2-230E-F3E2718200C4}"/>
          </ac:spMkLst>
        </pc:spChg>
        <pc:spChg chg="mod">
          <ac:chgData name="Indhu Ambadipudi" userId="69fa198a9fd1c2f9" providerId="LiveId" clId="{AD2AF56C-8A76-4C1D-8F0C-21A5B74B6BBE}" dt="2026-07-17T17:06:42.993" v="826" actId="20577"/>
          <ac:spMkLst>
            <pc:docMk/>
            <pc:sldMk cId="1702920408" sldId="266"/>
            <ac:spMk id="3" creationId="{C162E74E-3654-C4FF-FA71-468B27C8EBAC}"/>
          </ac:spMkLst>
        </pc:spChg>
      </pc:sldChg>
      <pc:sldMasterChg chg="modTransition modSldLayout">
        <pc:chgData name="Indhu Ambadipudi" userId="69fa198a9fd1c2f9" providerId="LiveId" clId="{AD2AF56C-8A76-4C1D-8F0C-21A5B74B6BBE}" dt="2026-07-18T16:34:45.152" v="991"/>
        <pc:sldMasterMkLst>
          <pc:docMk/>
          <pc:sldMasterMk cId="1085614535" sldId="2147483660"/>
        </pc:sldMasterMkLst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634558839" sldId="2147483661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978453861" sldId="2147483662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2762805058" sldId="2147483663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1105007074" sldId="2147483664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4058816182" sldId="2147483665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561029061" sldId="2147483666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9594877" sldId="2147483667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312872911" sldId="2147483668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3351569810" sldId="2147483669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3582311724" sldId="2147483670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509771540" sldId="2147483671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3954703273" sldId="2147483672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2707703006" sldId="2147483673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496271108" sldId="2147483674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765591914" sldId="2147483675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547136160" sldId="2147483676"/>
          </pc:sldLayoutMkLst>
        </pc:sldLayoutChg>
        <pc:sldLayoutChg chg="modTransition">
          <pc:chgData name="Indhu Ambadipudi" userId="69fa198a9fd1c2f9" providerId="LiveId" clId="{AD2AF56C-8A76-4C1D-8F0C-21A5B74B6BBE}" dt="2026-07-18T16:34:45.152" v="991"/>
          <pc:sldLayoutMkLst>
            <pc:docMk/>
            <pc:sldMasterMk cId="1085614535" sldId="2147483660"/>
            <pc:sldLayoutMk cId="724856202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B5ED9-9366-461D-9A05-D7C92337F62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F6586-E324-4398-9048-C79D53A95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55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F6586-E324-4398-9048-C79D53A9533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58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53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05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007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16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029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4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72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56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31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7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703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03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271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91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36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56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CAFB14-B9D4-4003-AC1D-A3D4846B2E4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D24510-F6CC-4D0F-BA82-62D06C8C5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614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F796-EB10-675A-5915-C57411F5C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89" y="385012"/>
            <a:ext cx="10860506" cy="1657100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/>
              <a:t>Data Storytelling </a:t>
            </a:r>
            <a:br>
              <a:rPr lang="en-IN" sz="4400" b="1" dirty="0"/>
            </a:br>
            <a:r>
              <a:rPr lang="en-IN" sz="4400" b="1" dirty="0"/>
              <a:t>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E7EC9-C62A-2CC6-D6BC-B11CE0E76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23467"/>
            <a:ext cx="9144000" cy="2574173"/>
          </a:xfrm>
        </p:spPr>
        <p:txBody>
          <a:bodyPr>
            <a:noAutofit/>
          </a:bodyPr>
          <a:lstStyle/>
          <a:p>
            <a:pPr algn="ctr"/>
            <a:r>
              <a:rPr lang="en-IN" sz="2000" dirty="0" err="1"/>
              <a:t>ApexPlanet</a:t>
            </a:r>
            <a:r>
              <a:rPr lang="en-IN" sz="2000" dirty="0"/>
              <a:t> Data Analytics Internship</a:t>
            </a:r>
          </a:p>
          <a:p>
            <a:pPr algn="ctr"/>
            <a:r>
              <a:rPr lang="en-IN" sz="2000" dirty="0"/>
              <a:t>Task 4</a:t>
            </a:r>
          </a:p>
          <a:p>
            <a:pPr algn="ctr"/>
            <a:r>
              <a:rPr lang="en-IN" sz="2000" dirty="0"/>
              <a:t>Presented by:</a:t>
            </a:r>
          </a:p>
          <a:p>
            <a:pPr algn="ctr"/>
            <a:r>
              <a:rPr lang="en-IN" sz="2000" dirty="0"/>
              <a:t>Indhu Ambadipudi</a:t>
            </a:r>
          </a:p>
          <a:p>
            <a:pPr algn="ctr"/>
            <a:r>
              <a:rPr lang="en-IN" sz="2000" dirty="0"/>
              <a:t>Dataset: </a:t>
            </a:r>
          </a:p>
          <a:p>
            <a:pPr algn="ctr"/>
            <a:r>
              <a:rPr lang="en-IN" sz="2000" dirty="0"/>
              <a:t>Sample Superstore Dataset</a:t>
            </a:r>
          </a:p>
        </p:txBody>
      </p:sp>
    </p:spTree>
    <p:extLst>
      <p:ext uri="{BB962C8B-B14F-4D97-AF65-F5344CB8AC3E}">
        <p14:creationId xmlns:p14="http://schemas.microsoft.com/office/powerpoint/2010/main" val="145047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A01C-B003-F0EB-B61E-5A1A1735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040A-29ED-10BB-305A-9A6082B67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/>
              <a:t>Project Objective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The objective of this project is to </a:t>
            </a:r>
            <a:r>
              <a:rPr lang="en-IN" sz="2000" dirty="0" err="1"/>
              <a:t>analyze</a:t>
            </a:r>
            <a:r>
              <a:rPr lang="en-IN" sz="2000" dirty="0"/>
              <a:t> the Sample Superstore dataset to identify sales trends, profit performance, customer </a:t>
            </a:r>
            <a:r>
              <a:rPr lang="en-IN" sz="2000" dirty="0" err="1"/>
              <a:t>behavior</a:t>
            </a:r>
            <a:r>
              <a:rPr lang="en-IN" sz="2000" dirty="0"/>
              <a:t>, and regional performance. The project combines data cleaning, exploratory data analysis, interactive dashboarding, and statistical validation to support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39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7CD9-F8B1-F9F7-547A-49DD437B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5ED9-5587-5821-2506-2E938CD9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9" y="2142067"/>
            <a:ext cx="10448258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Dataset:</a:t>
            </a:r>
            <a:r>
              <a:rPr lang="en-IN" sz="2000" dirty="0"/>
              <a:t> Sample Superstore</a:t>
            </a:r>
          </a:p>
          <a:p>
            <a:pPr marL="0" indent="0">
              <a:buNone/>
            </a:pPr>
            <a:r>
              <a:rPr lang="en-IN" sz="2000" b="1" dirty="0"/>
              <a:t>Purpose:</a:t>
            </a:r>
            <a:r>
              <a:rPr lang="en-IN" sz="2000" dirty="0"/>
              <a:t> Retail sales analysis </a:t>
            </a:r>
          </a:p>
          <a:p>
            <a:pPr marL="0" indent="0">
              <a:buNone/>
            </a:pPr>
            <a:r>
              <a:rPr lang="en-IN" sz="2000" b="1" dirty="0"/>
              <a:t>Records:</a:t>
            </a:r>
            <a:r>
              <a:rPr lang="en-IN" sz="2000" dirty="0"/>
              <a:t> </a:t>
            </a:r>
            <a:r>
              <a:rPr lang="en-IN" sz="2000" i="1" dirty="0"/>
              <a:t>(Write the total number of rows in your</a:t>
            </a:r>
          </a:p>
          <a:p>
            <a:pPr marL="0" indent="0">
              <a:buNone/>
            </a:pPr>
            <a:r>
              <a:rPr lang="en-IN" sz="2000" i="1" dirty="0"/>
              <a:t>dataset)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Features:</a:t>
            </a:r>
            <a:r>
              <a:rPr lang="en-IN" sz="2000" dirty="0"/>
              <a:t> </a:t>
            </a:r>
            <a:r>
              <a:rPr lang="en-IN" sz="2000" i="1" dirty="0"/>
              <a:t>(Write the total number of columns)</a:t>
            </a: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b="1" dirty="0"/>
              <a:t>Key Fields:</a:t>
            </a:r>
            <a:r>
              <a:rPr lang="en-IN" sz="2000" dirty="0"/>
              <a:t> Sales, Profit, Category, Region, Segment,</a:t>
            </a:r>
          </a:p>
          <a:p>
            <a:pPr marL="0" indent="0">
              <a:buNone/>
            </a:pPr>
            <a:r>
              <a:rPr lang="en-IN" sz="2000" dirty="0"/>
              <a:t> Quantity, Discount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8D848-3B03-9BB5-61B8-33AADC0FA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63" y="2142067"/>
            <a:ext cx="5855368" cy="353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240B-1D68-FC70-D29A-13297F99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Data Cleaning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FE783-45DE-87EB-A79A-A753E4D1F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Removed duplicate records. </a:t>
            </a:r>
          </a:p>
          <a:p>
            <a:r>
              <a:rPr lang="en-IN" sz="2000" dirty="0"/>
              <a:t>Checked for missing values. </a:t>
            </a:r>
          </a:p>
          <a:p>
            <a:r>
              <a:rPr lang="en-IN" sz="2000" dirty="0"/>
              <a:t>Standardized data formats. </a:t>
            </a:r>
          </a:p>
          <a:p>
            <a:r>
              <a:rPr lang="en-IN" sz="2000" dirty="0"/>
              <a:t>Verified data types. </a:t>
            </a:r>
          </a:p>
          <a:p>
            <a:r>
              <a:rPr lang="en-IN" sz="2000" dirty="0"/>
              <a:t>Cleaned and prepared the dataset for</a:t>
            </a:r>
          </a:p>
          <a:p>
            <a:pPr marL="0" indent="0">
              <a:buNone/>
            </a:pPr>
            <a:r>
              <a:rPr lang="en-IN" sz="2000" dirty="0"/>
              <a:t>    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EA8AB-7517-9DB2-9293-2B4819ECB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652" y="1909455"/>
            <a:ext cx="6079958" cy="41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94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0FCE-B554-9BBF-AE25-9C7EA8B5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EDA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809F-ED3C-6401-278F-4211E74D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3" y="2142067"/>
            <a:ext cx="10496384" cy="3649133"/>
          </a:xfrm>
        </p:spPr>
        <p:txBody>
          <a:bodyPr>
            <a:normAutofit/>
          </a:bodyPr>
          <a:lstStyle/>
          <a:p>
            <a:r>
              <a:rPr lang="en-IN" sz="2000" dirty="0"/>
              <a:t>Technology category generated the highest sales. </a:t>
            </a:r>
          </a:p>
          <a:p>
            <a:r>
              <a:rPr lang="en-IN" sz="2000" dirty="0"/>
              <a:t>Sales varied across different regions. </a:t>
            </a:r>
          </a:p>
          <a:p>
            <a:r>
              <a:rPr lang="en-IN" sz="2000" dirty="0"/>
              <a:t>Some sub-categories had high sales but low profit. </a:t>
            </a:r>
          </a:p>
          <a:p>
            <a:r>
              <a:rPr lang="en-IN" sz="2000" dirty="0"/>
              <a:t>Discounts impacted overall profitability. </a:t>
            </a:r>
          </a:p>
          <a:p>
            <a:r>
              <a:rPr lang="en-IN" sz="2000" dirty="0"/>
              <a:t>Customer segments showed different purchasing patterns.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CE65F-6023-D7FA-D3B6-254E958F6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68" y="1622903"/>
            <a:ext cx="1803395" cy="1806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F9648-A097-7FC7-7896-E725490CC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588" y="1631285"/>
            <a:ext cx="1803395" cy="1797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9A6A2-CFB9-9020-C288-8F8276E3E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106" y="3505200"/>
            <a:ext cx="4716380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75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D680-7EEC-6184-3A87-98D664AB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Interactive Dashboard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2BCB5-FBE2-F45B-EA83-8E8759E22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129" y="1728982"/>
            <a:ext cx="4688303" cy="4515851"/>
          </a:xfrm>
        </p:spPr>
        <p:txBody>
          <a:bodyPr>
            <a:normAutofit/>
          </a:bodyPr>
          <a:lstStyle/>
          <a:p>
            <a:r>
              <a:rPr lang="en-IN" sz="2000" dirty="0"/>
              <a:t>Interactive Power BI dashboard created. </a:t>
            </a:r>
          </a:p>
          <a:p>
            <a:r>
              <a:rPr lang="en-IN" sz="2000" dirty="0"/>
              <a:t>KPIs displayed: </a:t>
            </a:r>
            <a:r>
              <a:rPr lang="en-IN" sz="2000" b="1" dirty="0"/>
              <a:t>Sales, Profit, Orders, Quantity</a:t>
            </a:r>
            <a:r>
              <a:rPr lang="en-IN" sz="2000" dirty="0"/>
              <a:t>. </a:t>
            </a:r>
          </a:p>
          <a:p>
            <a:r>
              <a:rPr lang="en-IN" sz="2000" dirty="0"/>
              <a:t>Dashboard includes filters (Region, Category, Segment). </a:t>
            </a:r>
          </a:p>
          <a:p>
            <a:r>
              <a:rPr lang="en-IN" sz="2000" dirty="0"/>
              <a:t>Visualizations help identify business trends and performance.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615916-7252-4DE8-151C-A7324F51D0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104" y="1728982"/>
            <a:ext cx="6561222" cy="451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7967-0BA8-6CA3-18CE-DDB61882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Business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922CE-3476-B144-74E6-A0D7CD3E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747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/>
              <a:t>Key Business Insights</a:t>
            </a:r>
          </a:p>
          <a:p>
            <a:r>
              <a:rPr lang="en-IN" sz="2200" dirty="0"/>
              <a:t>Technology products generated the highest sales. </a:t>
            </a:r>
          </a:p>
          <a:p>
            <a:r>
              <a:rPr lang="en-IN" sz="2200" dirty="0"/>
              <a:t>The West region showed strong overall performance. </a:t>
            </a:r>
          </a:p>
          <a:p>
            <a:r>
              <a:rPr lang="en-IN" sz="2200" dirty="0"/>
              <a:t>Higher discounts often reduced profit margins. </a:t>
            </a:r>
          </a:p>
          <a:p>
            <a:r>
              <a:rPr lang="en-IN" sz="2200" dirty="0"/>
              <a:t>Some sub-categories need improvement due to low profitability. </a:t>
            </a:r>
          </a:p>
          <a:p>
            <a:pPr marL="0" indent="0">
              <a:buNone/>
            </a:pPr>
            <a:r>
              <a:rPr lang="en-IN" sz="2200" b="1" dirty="0"/>
              <a:t>Recommendations</a:t>
            </a:r>
          </a:p>
          <a:p>
            <a:r>
              <a:rPr lang="en-IN" sz="2200" dirty="0"/>
              <a:t>Focus marketing on high-performing product categories. </a:t>
            </a:r>
          </a:p>
          <a:p>
            <a:r>
              <a:rPr lang="en-IN" sz="2200" dirty="0"/>
              <a:t>Reduce excessive discounts on low-profit products. </a:t>
            </a:r>
          </a:p>
          <a:p>
            <a:r>
              <a:rPr lang="en-IN" sz="2200" dirty="0"/>
              <a:t>Improve sales strategies in underperforming regions. </a:t>
            </a:r>
          </a:p>
          <a:p>
            <a:r>
              <a:rPr lang="en-IN" sz="2200" dirty="0"/>
              <a:t>Monitor KPIs regularly using the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14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3DA6-AB28-088D-E261-10F065A5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E2A3-F3C0-2157-229D-12FB896E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/>
              <a:t>Business Question</a:t>
            </a:r>
          </a:p>
          <a:p>
            <a:pPr marL="0" indent="0">
              <a:buNone/>
            </a:pPr>
            <a:r>
              <a:rPr lang="en-IN" sz="2000" b="1" dirty="0"/>
              <a:t>     Does discount have a significant impact on profit?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Null Hypothesis (H₀)</a:t>
            </a:r>
          </a:p>
          <a:p>
            <a:pPr marL="0" indent="0">
              <a:buNone/>
            </a:pPr>
            <a:r>
              <a:rPr lang="en-IN" sz="2000" dirty="0"/>
              <a:t>     There is </a:t>
            </a:r>
            <a:r>
              <a:rPr lang="en-IN" sz="2000" b="1" dirty="0"/>
              <a:t>no significant relationship</a:t>
            </a:r>
            <a:r>
              <a:rPr lang="en-IN" sz="2000" dirty="0"/>
              <a:t> between discount and profit.</a:t>
            </a:r>
          </a:p>
          <a:p>
            <a:pPr marL="0" indent="0">
              <a:buNone/>
            </a:pPr>
            <a:r>
              <a:rPr lang="en-IN" sz="2000" b="1" dirty="0"/>
              <a:t>Alternative Hypothesis (H₁)</a:t>
            </a:r>
          </a:p>
          <a:p>
            <a:pPr marL="0" indent="0">
              <a:buNone/>
            </a:pPr>
            <a:r>
              <a:rPr lang="en-IN" sz="2000" dirty="0"/>
              <a:t>      There </a:t>
            </a:r>
            <a:r>
              <a:rPr lang="en-IN" sz="2000" b="1" dirty="0"/>
              <a:t>is a significant relationship</a:t>
            </a:r>
            <a:r>
              <a:rPr lang="en-IN" sz="2000" dirty="0"/>
              <a:t> between discount and profit.</a:t>
            </a:r>
          </a:p>
          <a:p>
            <a:pPr marL="0" indent="0">
              <a:buNone/>
            </a:pPr>
            <a:r>
              <a:rPr lang="en-IN" sz="2000" b="1" dirty="0"/>
              <a:t>Statistical Test</a:t>
            </a:r>
          </a:p>
          <a:p>
            <a:pPr marL="0" indent="0">
              <a:buNone/>
            </a:pPr>
            <a:r>
              <a:rPr lang="en-IN" sz="2000" b="1" dirty="0"/>
              <a:t>       Correlation Analysis / T-Test</a:t>
            </a:r>
            <a:r>
              <a:rPr lang="en-IN" sz="2000" dirty="0"/>
              <a:t> 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21276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4394-7AAF-7421-CEF0-D9B1500C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DE0B-0932-E099-170C-EE4197DC7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Successfully </a:t>
            </a:r>
            <a:r>
              <a:rPr lang="en-IN" sz="2000" dirty="0" err="1"/>
              <a:t>analyzed</a:t>
            </a:r>
            <a:r>
              <a:rPr lang="en-IN" sz="2000" dirty="0"/>
              <a:t> the Sample Superstore dataset.</a:t>
            </a:r>
          </a:p>
          <a:p>
            <a:r>
              <a:rPr lang="en-IN" sz="2000" dirty="0"/>
              <a:t>Identified key sales and profit trends through EDA. </a:t>
            </a:r>
          </a:p>
          <a:p>
            <a:r>
              <a:rPr lang="en-IN" sz="2000" dirty="0"/>
              <a:t>Built an interactive Power BI dashboard for business insights. </a:t>
            </a:r>
          </a:p>
          <a:p>
            <a:r>
              <a:rPr lang="en-IN" sz="2000" dirty="0"/>
              <a:t>Performed hypothesis testing to support data-driven decision-making. </a:t>
            </a:r>
          </a:p>
          <a:p>
            <a:r>
              <a:rPr lang="en-IN" sz="2000" dirty="0"/>
              <a:t>The project demonstrates how data analytics helps organizations make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182136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2CDC-0FC9-42A2-230E-F3E271820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2546" y="1579256"/>
            <a:ext cx="7197726" cy="2421464"/>
          </a:xfrm>
        </p:spPr>
        <p:txBody>
          <a:bodyPr>
            <a:normAutofit/>
          </a:bodyPr>
          <a:lstStyle/>
          <a:p>
            <a:r>
              <a:rPr lang="en-IN" sz="6600" b="1" dirty="0">
                <a:latin typeface="Algerian" panose="04020705040A02060702" pitchFamily="82" charset="0"/>
              </a:rPr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2E74E-3654-C4FF-FA71-468B27C8E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21510"/>
          </a:xfrm>
        </p:spPr>
        <p:txBody>
          <a:bodyPr/>
          <a:lstStyle/>
          <a:p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02920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103</TotalTime>
  <Words>407</Words>
  <Application>Microsoft Office PowerPoint</Application>
  <PresentationFormat>Widescreen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Aptos</vt:lpstr>
      <vt:lpstr>Arial</vt:lpstr>
      <vt:lpstr>Calibri</vt:lpstr>
      <vt:lpstr>Calibri Light</vt:lpstr>
      <vt:lpstr>Celestial</vt:lpstr>
      <vt:lpstr>Data Storytelling  &amp; Statistical Validation</vt:lpstr>
      <vt:lpstr>Project Overview</vt:lpstr>
      <vt:lpstr>Dataset Overview</vt:lpstr>
      <vt:lpstr>Data Cleaning Summary</vt:lpstr>
      <vt:lpstr>EDA Insights</vt:lpstr>
      <vt:lpstr>Interactive Dashboard Highlights</vt:lpstr>
      <vt:lpstr>Business Insights &amp; Recommendations</vt:lpstr>
      <vt:lpstr>Hypothesis Testing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Indhu Ambadipudi</dc:creator>
  <cp:lastModifiedBy>Indhu Ambadipudi</cp:lastModifiedBy>
  <cp:revision>1</cp:revision>
  <dcterms:created xsi:type="dcterms:W3CDTF">2026-07-17T16:17:34Z</dcterms:created>
  <dcterms:modified xsi:type="dcterms:W3CDTF">2026-07-18T16:34:47Z</dcterms:modified>
</cp:coreProperties>
</file>